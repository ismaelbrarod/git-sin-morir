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82"/>
  </p:normalViewPr>
  <p:slideViewPr>
    <p:cSldViewPr snapToGrid="0">
      <p:cViewPr varScale="1">
        <p:scale>
          <a:sx n="116" d="100"/>
          <a:sy n="116" d="100"/>
        </p:scale>
        <p:origin x="20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6/26/26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93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13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63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41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2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82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9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66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3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3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6/26/26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843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B5E4EA8-E8AF-4DE2-81FD-338A059AC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9427AF-5BED-DCEA-9256-F6AF81C431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4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1F2A19A-CC19-4AE7-A29C-C80120466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283874"/>
            <a:ext cx="12191999" cy="4705352"/>
          </a:xfrm>
          <a:prstGeom prst="rect">
            <a:avLst/>
          </a:prstGeom>
          <a:gradFill flip="none" rotWithShape="1">
            <a:gsLst>
              <a:gs pos="45000">
                <a:srgbClr val="000000">
                  <a:alpha val="35000"/>
                </a:srgbClr>
              </a:gs>
              <a:gs pos="55000">
                <a:srgbClr val="000000">
                  <a:alpha val="35000"/>
                </a:srgbClr>
              </a:gs>
              <a:gs pos="25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  <a:gs pos="75000">
                <a:srgbClr val="000000">
                  <a:alpha val="2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4A4525-E9D7-A630-D585-A85624DA9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7677" y="2030361"/>
            <a:ext cx="7816645" cy="1768430"/>
          </a:xfrm>
        </p:spPr>
        <p:txBody>
          <a:bodyPr>
            <a:normAutofit/>
          </a:bodyPr>
          <a:lstStyle/>
          <a:p>
            <a:pPr algn="ctr"/>
            <a:r>
              <a:rPr lang="es-CL" dirty="0">
                <a:solidFill>
                  <a:srgbClr val="FFFFFF"/>
                </a:solidFill>
              </a:rPr>
              <a:t>El Flujo detrás de </a:t>
            </a:r>
            <a:r>
              <a:rPr lang="es-CL" dirty="0" err="1">
                <a:solidFill>
                  <a:srgbClr val="FFFFFF"/>
                </a:solidFill>
              </a:rPr>
              <a:t>git</a:t>
            </a:r>
            <a:endParaRPr lang="es-CL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82727C-18C0-2B2F-95E4-FE10D0E98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7677" y="3892309"/>
            <a:ext cx="7816645" cy="802594"/>
          </a:xfrm>
        </p:spPr>
        <p:txBody>
          <a:bodyPr>
            <a:normAutofit/>
          </a:bodyPr>
          <a:lstStyle/>
          <a:p>
            <a:pPr algn="ctr"/>
            <a:r>
              <a:rPr lang="es-CL" dirty="0">
                <a:solidFill>
                  <a:srgbClr val="FFFFFF"/>
                </a:solidFill>
              </a:rPr>
              <a:t>Ismael Bravo Rodríguez – Junio 2026</a:t>
            </a:r>
          </a:p>
        </p:txBody>
      </p:sp>
    </p:spTree>
    <p:extLst>
      <p:ext uri="{BB962C8B-B14F-4D97-AF65-F5344CB8AC3E}">
        <p14:creationId xmlns:p14="http://schemas.microsoft.com/office/powerpoint/2010/main" val="329108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10BE4400-CAC3-EA33-5AF3-70312000E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0339" y="1475666"/>
            <a:ext cx="9391321" cy="390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45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DE7108-6F69-8E40-99DB-156D1BEF3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30EC06-21B8-6C05-F799-5292C7C82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4DBD6C-CDEA-DC56-733A-8139C0461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0" y="698500"/>
            <a:ext cx="6896100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86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7A25D3-83EA-BAE1-EE61-235B305B3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6C1828F-ABC8-C2D6-0E24-13EC0FDEDF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2830" y="1151071"/>
            <a:ext cx="7866340" cy="455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99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D44CD-8090-6188-D6B0-5FC90F46D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07F478A-1A63-FB21-103B-AB96E3DF1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976" y="1151071"/>
            <a:ext cx="7314048" cy="433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551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1A5B2-C81B-2066-3AE1-C35DE8707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FE14286-2BDB-2B52-18C3-03DA9D382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976" y="1151071"/>
            <a:ext cx="7314048" cy="43370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3FC738B-E634-5344-56D0-F6E042040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743" y="869788"/>
            <a:ext cx="8396514" cy="511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87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6D0242-B6A7-2B96-9656-BBE7EF81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F5D05BC-96A3-F819-8131-9FC206440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812" y="772111"/>
            <a:ext cx="8588375" cy="531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80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DD4BEA-5AB7-B6C1-AD3D-74C515138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83C8177-FC0F-B0CB-CF26-D1DFF9E6D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807" y="841756"/>
            <a:ext cx="8710386" cy="517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92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BF81D-DCC7-A122-D0D1-6DAFEB25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09F83C6-BAD7-A76C-9B0F-879547A78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970" y="835000"/>
            <a:ext cx="8466059" cy="5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666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663D9-CAFD-057E-217D-D9E58D51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1A01B5B-07FF-D099-2FC2-A3F2E6520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880" y="1010565"/>
            <a:ext cx="9228240" cy="483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435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AB2072-BCA7-922A-F961-6E4B1C981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E19C084-4425-7F7F-25DF-03544A037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083" y="945650"/>
            <a:ext cx="9241833" cy="496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14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F2039-BB12-FD05-3D06-D3D45E0C7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2BA66301-F416-729F-B9AA-04FC52AFC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64" y="895154"/>
            <a:ext cx="8815671" cy="506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8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70A3A0-BE43-2E0B-2863-2F9DAC6C7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1475F10-22CE-D51B-38DA-B295E5C23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139" y="925625"/>
            <a:ext cx="9383722" cy="500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72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57946D-0806-A4A7-15B5-3E5C1D194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E3F740B-3681-F808-9D51-2B942C210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379" y="527720"/>
            <a:ext cx="7772400" cy="580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62306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Blocks">
      <a:dk1>
        <a:sysClr val="windowText" lastClr="000000"/>
      </a:dk1>
      <a:lt1>
        <a:sysClr val="window" lastClr="FFFFFF"/>
      </a:lt1>
      <a:dk2>
        <a:srgbClr val="1B3843"/>
      </a:dk2>
      <a:lt2>
        <a:srgbClr val="F2F3F1"/>
      </a:lt2>
      <a:accent1>
        <a:srgbClr val="7A8592"/>
      </a:accent1>
      <a:accent2>
        <a:srgbClr val="8C8C96"/>
      </a:accent2>
      <a:accent3>
        <a:srgbClr val="7A6C76"/>
      </a:accent3>
      <a:accent4>
        <a:srgbClr val="A7AA9D"/>
      </a:accent4>
      <a:accent5>
        <a:srgbClr val="63787F"/>
      </a:accent5>
      <a:accent6>
        <a:srgbClr val="889DA5"/>
      </a:accent6>
      <a:hlink>
        <a:srgbClr val="71819B"/>
      </a:hlink>
      <a:folHlink>
        <a:srgbClr val="7E8B85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</Words>
  <Application>Microsoft Macintosh PowerPoint</Application>
  <PresentationFormat>Panorámica</PresentationFormat>
  <Paragraphs>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Avenir Next LT Pro</vt:lpstr>
      <vt:lpstr>Avenir Next LT Pro Light</vt:lpstr>
      <vt:lpstr>BlocksVTI</vt:lpstr>
      <vt:lpstr>El Flujo detrás de git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Ismael Bravo Rodríguez</dc:creator>
  <cp:lastModifiedBy>Ismael Bravo Rodríguez</cp:lastModifiedBy>
  <cp:revision>5</cp:revision>
  <dcterms:created xsi:type="dcterms:W3CDTF">2026-06-24T00:22:16Z</dcterms:created>
  <dcterms:modified xsi:type="dcterms:W3CDTF">2026-06-26T21:00:07Z</dcterms:modified>
</cp:coreProperties>
</file>